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120640" cy="512064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C08A2E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· SDG 12 · SDG 16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GreenGuard </a:t>
            </a:r>
            <a:pPr indent="0" marL="0">
              <a:buNone/>
            </a:pPr>
            <a:r>
              <a:rPr lang="en-US" sz="54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Counterfeit Medicine Sold Under Eco-Friendly Labels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08A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Sreenidhi Kannan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053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 · Manakula Vinayagar Institute of Technology, Pondicherry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143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detect counterfeit medicines sold under fake eco-friendly, ayurvedic, or organic labels — so that health-conscious consumers are protected and genuine sustainable healthcare brands aren’t undercut by fraud?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639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6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Exploit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5720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Counterfeiters add a leaf logo and “chemical-free” claims specifically because “natural” sounds safer, not riskier.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342900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3639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6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Gets Hurt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45720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Rural, elderly, and price-sensitive buyers are targeted most — the same group with the least access to verification.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342900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3639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6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Damage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45720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Ayurvedic and organic brands lose trust and market share to fakes riding their category’s reputation.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goals, one registry.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4480560"/>
          </a:xfrm>
          <a:prstGeom prst="roundRect">
            <a:avLst>
              <a:gd name="adj" fmla="val 2646"/>
            </a:avLst>
          </a:prstGeom>
          <a:solidFill>
            <a:srgbClr val="EFF3E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4C9F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C9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735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Health &amp; Well-Being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23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medicine directly endangers health — sometimes fatally. Verification is a health-safety intervention.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456432" cy="4480560"/>
          </a:xfrm>
          <a:prstGeom prst="roundRect">
            <a:avLst>
              <a:gd name="adj" fmla="val 2646"/>
            </a:avLst>
          </a:prstGeom>
          <a:solidFill>
            <a:srgbClr val="EFF3EC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1965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BF8B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F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2735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Consumption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4023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“organic / ayurvedic” labels are a greenwashing and consumer-deception problem, not just a health 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0144" y="1691640"/>
            <a:ext cx="3456432" cy="4480560"/>
          </a:xfrm>
          <a:prstGeom prst="roundRect">
            <a:avLst>
              <a:gd name="adj" fmla="val 2646"/>
            </a:avLst>
          </a:prstGeom>
          <a:solidFill>
            <a:srgbClr val="EFF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84464" y="1965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00689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84464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32735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Peace, Justice &amp; Institutions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0233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and accountability into online and offline medicine marketplaces.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people fraud targets first.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&amp; Semi-Urban Buyers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primary target of grey-market “natural remedy” sellers on WhatsApp and unregulated marketplaces.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 Consumers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trust in wellness claims, lower digital literacy to verify a product before purchase.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Price-Sensitive Households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92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to cheaper alternatives that mimic trusted brand packaging closely enough to pass casual inspection.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Ayurvedic Brands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92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beneficiaries — protected from having their certifications and reputation exploited by counterfeiters.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pipeline — online where it can be, offline where it must be.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EFF3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Photo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332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807208" y="169164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Extraction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— offline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596128" y="169164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Score Engine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explainable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169164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06840" y="169164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C08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/ Suspicious / Fake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— the chat assistant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EFF3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807208" y="3566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429000" y="35661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66160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Retrieval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(FAISS + embeddings, offline)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596128" y="3566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17920" y="35661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C08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566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Check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06840" y="34747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4EDE6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9828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→ IBM Granite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06840" y="4069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3DEDD"/>
          </a:solidFill>
          <a:ln w="12700">
            <a:solidFill>
              <a:srgbClr val="A13D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98280" y="4069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→ Local model (Ollama)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 matters: rural, low-connectivity users are exactly the demographic most targeted by these scams — the tool cannot fail them when signal drops.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VERIFICATION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score comes with its receipt.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explainable by design — never a black-box number. Every scan starts at 100 and loses points only for checks it actually fails.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589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Number Format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manufacturer's registered pattern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26680" y="2258568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A13D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26680" y="2258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7589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358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 / Certification No.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035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AYUSH / FSSAI official record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26680" y="3191256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A13D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26680" y="31912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968496"/>
            <a:ext cx="7589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684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Logo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96849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 compared to verified logo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4123944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A13D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26680" y="41239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7589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9011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Language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90118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“100% cure”, “miracle”, “no side effects”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5056632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A13D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26680" y="5056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49640" y="2103120"/>
            <a:ext cx="2971800" cy="3730752"/>
          </a:xfrm>
          <a:prstGeom prst="roundRect">
            <a:avLst>
              <a:gd name="adj" fmla="val 3077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2396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SCALE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75–100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Genuine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50–74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82396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Verification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4709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0–49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5074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Counterfeit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offline-critical piece, actually offline.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JavaScript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91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FastAPI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743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Granite (watsonx)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743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Retrieval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— FAISS + sentence-transformers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794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— EasyOCR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794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Granite / Google Translate API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846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4846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26480" y="48463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3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4846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Fallback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46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model via Ollama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CONSIDERATIONS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protect, never to falsely accuse.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0574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verified-medicine database is built from public AYUSH / FSSAI records — not scraped seller data — to avoid bias toward any one brand.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0574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trust score ships with a plain-language breakdown of exactly which checks failed. Never a black-box number alone.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Medical Advice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66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is explicitly instructed to verify authenticity only — never to diagnose or recommend medicines.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566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user data is stored. Only anonymous scan records — product info, not identity — are logged.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About Limits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74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“Unknown Product” result is always shown as unverified, never as confirmed fake — false accusations harm genuine small brands too.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if this is implemented.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Protects Vulnerable Buyers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Health-conscious, rural, and elderly consumers gain a free, instant way to check authenticity before they trust a “natural” label.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5643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Defends Genuine Brands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337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Ayurvedic and organic manufacturers stop losing market share and reputation to counterfeiters riding their certification.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5643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4464" y="19659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 the Access Gap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3337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reliable internet — reaching exactly the low-connectivity communities most targeted by this fraud.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replace sample records with real AYUSH-verified data, and crowd-source the reported-fakes table from real user submissions.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GreenGuard AI — proof, not just a label.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C08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Sreenidhi Kannan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sreenidhi3006.github.io/Portfolio  ·  linkedin.com/in/sreenidhi-kannan-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2026-09-10T01:07:22Z</dcterms:created>
  <dcterms:modified xsi:type="dcterms:W3CDTF">2026-09-10T01:07:22Z</dcterms:modified>
</cp:coreProperties>
</file>